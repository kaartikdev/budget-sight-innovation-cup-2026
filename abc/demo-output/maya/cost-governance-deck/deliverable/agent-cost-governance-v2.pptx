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1e6d0e806e4146" /><Relationship Type="http://schemas.openxmlformats.org/officeDocument/2006/relationships/extended-properties" Target="/docProps/app.xml" Id="R22a08432063149bf" /><Relationship Type="http://schemas.openxmlformats.org/officeDocument/2006/relationships/officeDocument" Target="/ppt/presentation.xml" Id="R194f22dfb98f42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3f0d78c5484a6c"/>
  </p:sldMasterIdLst>
  <p:notesMasterIdLst>
    <p:notesMasterId xmlns:r="http://schemas.openxmlformats.org/officeDocument/2006/relationships" r:id="R82e60e1a931246a5"/>
  </p:notesMasterIdLst>
  <p:sldIdLst>
    <p:sldId xmlns:r="http://schemas.openxmlformats.org/officeDocument/2006/relationships" id="256" r:id="Rf5055c95702a41f5"/>
    <p:sldId xmlns:r="http://schemas.openxmlformats.org/officeDocument/2006/relationships" id="257" r:id="R636562d0891e4d06"/>
    <p:sldId xmlns:r="http://schemas.openxmlformats.org/officeDocument/2006/relationships" id="258" r:id="Re49be58fb07245ef"/>
    <p:sldId xmlns:r="http://schemas.openxmlformats.org/officeDocument/2006/relationships" id="259" r:id="R0b12e8d785af42c3"/>
    <p:sldId xmlns:r="http://schemas.openxmlformats.org/officeDocument/2006/relationships" id="260" r:id="R4584e6da27b94fea"/>
    <p:sldId xmlns:r="http://schemas.openxmlformats.org/officeDocument/2006/relationships" id="261" r:id="R85f081d7170341e3"/>
    <p:sldId xmlns:r="http://schemas.openxmlformats.org/officeDocument/2006/relationships" id="262" r:id="Rbed69043723342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c808411de4b06" /><Relationship Type="http://schemas.openxmlformats.org/officeDocument/2006/relationships/slideMaster" Target="/ppt/slideMasters/slideMaster1.xml" Id="Rcf3f0d78c5484a6c" /><Relationship Type="http://schemas.openxmlformats.org/officeDocument/2006/relationships/notesMaster" Target="/ppt/notesMasters/notesMaster1.xml" Id="R82e60e1a931246a5" /><Relationship Type="http://schemas.openxmlformats.org/officeDocument/2006/relationships/presProps" Target="/ppt/presProps.xml" Id="Rddb401920d604ce4" /><Relationship Type="http://schemas.openxmlformats.org/officeDocument/2006/relationships/tableStyles" Target="/ppt/tableStyles.xml" Id="R63289fbd77514e8b" /><Relationship Type="http://schemas.openxmlformats.org/officeDocument/2006/relationships/slide" Target="/ppt/slides/slide1.xml" Id="Rf5055c95702a41f5" /><Relationship Type="http://schemas.openxmlformats.org/officeDocument/2006/relationships/slide" Target="/ppt/slides/slide2.xml" Id="R636562d0891e4d06" /><Relationship Type="http://schemas.openxmlformats.org/officeDocument/2006/relationships/slide" Target="/ppt/slides/slide3.xml" Id="Re49be58fb07245ef" /><Relationship Type="http://schemas.openxmlformats.org/officeDocument/2006/relationships/slide" Target="/ppt/slides/slide4.xml" Id="R0b12e8d785af42c3" /><Relationship Type="http://schemas.openxmlformats.org/officeDocument/2006/relationships/slide" Target="/ppt/slides/slide5.xml" Id="R4584e6da27b94fea" /><Relationship Type="http://schemas.openxmlformats.org/officeDocument/2006/relationships/slide" Target="/ppt/slides/slide6.xml" Id="R85f081d7170341e3" /><Relationship Type="http://schemas.openxmlformats.org/officeDocument/2006/relationships/slide" Target="/ppt/slides/slide7.xml" Id="Rbed690437233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96a86a1673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78db2a6bfa41aa" /><Relationship Type="http://schemas.openxmlformats.org/officeDocument/2006/relationships/notesMaster" Target="/ppt/notesMasters/notesMaster1.xml" Id="R2d919348fbb9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d9cf7b38c47ad" /><Relationship Type="http://schemas.openxmlformats.org/officeDocument/2006/relationships/notesMaster" Target="/ppt/notesMasters/notesMaster1.xml" Id="R463fd7a1040044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38ed5c0e5943f1" /><Relationship Type="http://schemas.openxmlformats.org/officeDocument/2006/relationships/notesMaster" Target="/ppt/notesMasters/notesMaster1.xml" Id="R9826ec47d96240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b61482b4b41d0" /><Relationship Type="http://schemas.openxmlformats.org/officeDocument/2006/relationships/notesMaster" Target="/ppt/notesMasters/notesMaster1.xml" Id="R86fece73338244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d522002744cd7" /><Relationship Type="http://schemas.openxmlformats.org/officeDocument/2006/relationships/notesMaster" Target="/ppt/notesMasters/notesMaster1.xml" Id="R6b966243782640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7e4f9170e84487" /><Relationship Type="http://schemas.openxmlformats.org/officeDocument/2006/relationships/notesMaster" Target="/ppt/notesMasters/notesMaster1.xml" Id="R6f2ceb69e84646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a49f20423141c0" /><Relationship Type="http://schemas.openxmlformats.org/officeDocument/2006/relationships/notesMaster" Target="/ppt/notesMasters/notesMaster1.xml" Id="Raf1690fbf499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values below are illustrative indices for a demo workload, not measured financial or operational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for discussion: sponsor a 90-day pilot. Scope and thresholds should be confirmed by Finance, Platform, and workload owners. All example metrics elsewhere in this deck are illustrative, not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11f73a2d5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89634053c412d" /><Relationship Type="http://schemas.openxmlformats.org/officeDocument/2006/relationships/slideLayout" Target="/ppt/slideLayouts/slideLayout1.xml" Id="Rda89b9b66df1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89b9b66df1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982a4a6e0471a" /><Relationship Type="http://schemas.openxmlformats.org/officeDocument/2006/relationships/notesSlide" Target="/ppt/notesSlides/notesSlide1.xml" Id="Rb2733313b5bb48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c5ac315e64c20" /><Relationship Type="http://schemas.openxmlformats.org/officeDocument/2006/relationships/notesSlide" Target="/ppt/notesSlides/notesSlide2.xml" Id="Rc2ad65c049e5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ed650ea184626" /><Relationship Type="http://schemas.openxmlformats.org/officeDocument/2006/relationships/notesSlide" Target="/ppt/notesSlides/notesSlide3.xml" Id="R2b4fccd9a15246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f9f999cfa4ee1" /><Relationship Type="http://schemas.openxmlformats.org/officeDocument/2006/relationships/notesSlide" Target="/ppt/notesSlides/notesSlide4.xml" Id="Rd37ffa5a096d46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9df4d86d3449b" /><Relationship Type="http://schemas.openxmlformats.org/officeDocument/2006/relationships/notesSlide" Target="/ppt/notesSlides/notesSlide5.xml" Id="Rf57ca6c8b3fb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031703294ace" /><Relationship Type="http://schemas.openxmlformats.org/officeDocument/2006/relationships/notesSlide" Target="/ppt/notesSlides/notesSlide6.xml" Id="Re58cc104561e43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167a0169495b" /><Relationship Type="http://schemas.openxmlformats.org/officeDocument/2006/relationships/notesSlide" Target="/ppt/notesSlides/notesSlide7.xml" Id="Rce640b89f7a5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94E2A-CB21-47DC-B0ED-C777868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6E0BF-1FB4-4F3B-821C-CC46427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Agent spend has a visibility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4530-B2F7-4A31-8EC6-7B5BF7D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Costs fragment across models, tools, and teams before finance can explain the bill.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BAA7C-F9BA-4DAD-A284-0333EC1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3B17D-42B5-48E0-8667-2724658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9ED2C-861B-4377-9007-0496DEA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A6800-ED6D-4EA6-853D-176BA510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TODAY: SCATTERED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75641-6D2B-43E1-BB3C-31B77BCE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BDB29-F1E0-4E34-974D-C8E06C31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MODEL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2B4F4-3972-480B-8D4B-E1A1331C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03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$18.4k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6D4FD-53E9-4832-B1E7-98161610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3E285-8C21-4987-BC4E-A31B26F5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0F421-52EC-40F7-9BFE-4D2D89F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TOOL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9C49B-2A6C-4290-AB26-A1940C5C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480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$6.2k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3261D-D01A-4E90-9761-46E0C2F2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99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B9F5B-8897-47D7-B5B5-FA7B0621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D96B8-72AB-4AAA-AAE4-FB972D18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RETRIES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521B8-6E9F-46AF-B28C-5ABE08A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957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$4.1k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72DF7-7D3F-4112-8972-F53A58F8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A9C0E-8D75-462E-8E55-CA509E81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E5FC2-9B49-4C47-BCDD-C293903F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SHARED 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3E659-2E65-4ACA-90D7-CD1D056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434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$3.8k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492A8-107C-4ED0-B8CF-48701106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5D4FC-7F29-464E-A4D8-CE79F40C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38100" cy="2276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6A5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4C48D-A700-474E-81EC-812FE8AE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 shared unit</a:t>
            </a:r>
          </a:p>
          <a:p xmlns:a="http://schemas.openxmlformats.org/drawingml/2006/main">
            <a:pPr algn="l">
              <a:def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 owner</a:t>
            </a:r>
          </a:p>
          <a:p xmlns:a="http://schemas.openxmlformats.org/drawingml/2006/main">
            <a:pPr algn="l">
              <a:def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 outcome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EE65C-F6A4-4D62-9D89-59395BC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671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C7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C739F-5AD2-4E3E-9A23-F9FA88C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2286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D6C6D-543F-44BE-9E22-03020D3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714625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5283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1DD5E-469B-4D95-B9EC-B473C7E7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GOVERNED 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92FAA-AF6B-4B07-BE86-E6C65F7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workload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owner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cost-to-outcome 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BE7B2-98C1-4A2C-8D38-064D67FB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Illustrative monthly spend fragments shown for structure only.</a:t>
            </a:r>
          </a:p>
        </p:txBody>
      </p:sp>
    </p:spTree>
    <p:extLst>
      <p:ext uri="{BB962C8B-B14F-4D97-AF65-F5344CB8AC3E}">
        <p14:creationId xmlns:p14="http://schemas.microsoft.com/office/powerpoint/2010/main" val="1077258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93708E-B942-4E35-B40D-8B33FF4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38B7A-40E5-4B1E-BDD9-922810B0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Normalize workloads before comparing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E554E-0BDF-4ED4-A103-70D65A86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A shared unit makes unlike agent runs comparable across teams and providers.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009CE-6BF8-47D9-8E19-19842C30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C4183-2E6D-4852-9F2C-A178331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4CD51-7334-4090-8EB2-5E6E46A9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FEA6C-4E3E-4691-948B-BE058D1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2C914-B6F0-42CA-B8ED-A8F9ED83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24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USAGE /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2E89B-BB8B-409E-8AE0-9D51AC31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24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/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61B8E-A14D-45B5-ADF6-52A3414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B6032-9157-4C5F-9AA4-C6E8039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38F13-A723-4A1A-B803-3BFA065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Support 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44911-73EA-41BD-9517-BDC440CF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4.2k tokens · 3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AF642-3A07-4B90-BC3F-904C28EE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050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$0.084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E3658-AF86-4537-BE5E-B7B0C66B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CA850-4313-495E-A5CE-5B5889E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00325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9C146-5CBB-4E41-9726-9F95C9B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193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Tracked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5FC77-3F4A-4C09-803C-22E33579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D480E-3150-425F-AD05-27AF8275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Invoice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91520-35D5-476E-AF29-71EEE6F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4327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8.6k tokens · 2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B9B80-A093-498E-83F2-CB6AA9F3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432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$0.126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F01FB-C6EC-4699-8606-31C7835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4669F-A21C-44B0-8D77-9F6BD910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38525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20559-53A5-46C2-9F95-68213CF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575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Tracked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3F6FB-4116-4868-AF67-0C1685CE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924FF7-CCB2-4E5B-9A0B-86687B6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Code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7AF0A-A587-42CF-999D-82E48C0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8147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12.1k tokens · 5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134E7E-D5E9-4161-AFE9-762927F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814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$0.392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08A83D-C4A0-4A5E-AF24-671CC4C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814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Engineering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6CCAFD-63FC-483C-9D17-723B856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76725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47A07-B90F-44E2-BCD2-BD07B8AF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957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60A18-DCED-4993-98FE-21777AAC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283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D1C6E-9B9C-4E53-B79E-ACBA010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Unit of 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D8B859-7329-4461-B34D-1843F8C2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006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Cost per successful task, segmented by workload and owner</a:t>
            </a:r>
          </a:p>
        </p:txBody>
      </p:sp>
    </p:spTree>
    <p:extLst>
      <p:ext uri="{BB962C8B-B14F-4D97-AF65-F5344CB8AC3E}">
        <p14:creationId xmlns:p14="http://schemas.microsoft.com/office/powerpoint/2010/main" val="608081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68CCD5-0887-4BA1-AB61-9231F79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4451A-EA2F-48B6-9B25-CF5F96A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Spend alone cannot rank agent workloads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953A9-23A0-401A-889B-720B6D0A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Pair cost with task success and business value to decide where to scale, tune, or stop.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90E9B-A9EA-468C-B2B3-4BC0553F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544D4-C134-465A-9D3E-7D21D636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E93EE-2AAC-4E17-A82F-A7A219FD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184F0-4DA8-425B-A611-49098452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8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8E94A-B38E-40F2-82BC-F2E143E4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8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C0395-A2AA-40C3-BE58-A9C9C05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00D2A-D782-44FA-BED2-11F19434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033F3-E882-46B9-A1E7-8663D04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AC4CA-B136-49FE-9532-3CC8217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10883-7EE0-4DD2-8D2E-0359EF9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LOWER COST / SUCCESSFUL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5D232-F3F6-42F7-8497-ABFAC64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810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HIGHER COST  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B16E0-22E6-4D26-8867-566CCE8F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HIGHER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05E03-E6ED-4AD3-88ED-ABEDDB0D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5028E-8904-46F1-B039-18D35ED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436FD-AB20-41F6-89FC-B57FD995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33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7C030-BC6E-4674-A326-896F0793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A5BF5-3765-4D60-A137-D819BA39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43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Invoice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B6AED-DDB1-48FE-8FD0-79AF19D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6A5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46C65-4B1D-4BB6-954D-714D949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Code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D7128-60DB-4511-B7F7-61D8F35B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05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22519-0CDC-4BD6-8DB1-43B5FD34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95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5FCA5-DA76-4B53-AA7F-1AA0FC1D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Decision zones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60350-BFB3-4FFD-9165-D491876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33675"/>
            <a:ext cx="2724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D71FF-103C-4D4D-88ED-337EBAD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38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E4991-3DCD-4A01-8A6A-4C5E88F0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Strong outcome · efficient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5B767-020E-4EE0-845C-70DDBC5A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724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F7BE6-1D02-4613-90FF-9E8CD8DC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6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B6B12"/>
                </a:solidFill>
                <a:latin typeface="Helvetica Neue"/>
                <a:ea typeface="Helvetica Neue"/>
                <a:cs typeface="Helvetica Neue"/>
              </a:rPr>
              <a:t>TUNE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E69AB-0CC7-4007-BEDF-E4B04E08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719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Strong outcome · costly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93611F-4626-49D4-B046-71D36270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43425"/>
            <a:ext cx="2724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F9ACA-A374-47A5-8023-5BED8DE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482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1B8452-DEDE-47B3-91F5-27E9A27C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Weak outcome · costly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482D7-A52C-4F27-A6D5-6FE97BC9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143625"/>
            <a:ext cx="8096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Illustrative relative indices; bubble size is not a reported spend value.</a:t>
            </a:r>
          </a:p>
        </p:txBody>
      </p:sp>
    </p:spTree>
    <p:extLst>
      <p:ext uri="{BB962C8B-B14F-4D97-AF65-F5344CB8AC3E}">
        <p14:creationId xmlns:p14="http://schemas.microsoft.com/office/powerpoint/2010/main" val="385164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FABE9-75C4-4634-B732-1093C76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B0C11-9953-4E2F-B7CF-8A7F43EE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Coordination creates hidden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62056-D3E6-45B8-9AC0-4225EEAE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Parallel agents can repeat retrieval, planning, and verification work unless handoffs are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4153D-EFEF-42F8-8DA1-D5EF9C2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318D4-8B95-4533-B398-D60EFE8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E2C86-C326-49D4-944A-884A47A7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92B7D-E559-4135-82AB-BA69892B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SHARED TASK: PREPARE AN ACCOUNT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DA63B-45BB-43D3-A9D6-BF4759C3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Researcher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B1ED0-D222-40B8-A312-505EBEEB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884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9050B-BC5E-4C9B-A988-8B9AFFC8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8BEC0-8C35-48DB-A2B1-87E94B1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955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Retrieve account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F3C86-3D3B-4830-8C55-471B4B8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845D6-E7EE-49EC-BC22-B5146B29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10000"/>
            <a:ext cx="884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50EEB-07BA-4B70-94E8-7C155372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C7D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F9BD-1867-4E9B-BDFE-9B2376F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67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Retrieve account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12F89-FC37-4422-9505-7A0EB59E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Writer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EC032-222E-4CFB-A502-409400D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884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0FEE2-5012-403C-B645-A1956EC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6B91D-B3BA-4188-A7B3-976173D6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386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Retrieve account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20442-0C09-4ACB-9DB7-FA06B1AE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9525">
            <a:solidFill>
              <a:srgbClr val="D36A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DB756-1E5B-44BF-AF84-4D287DC2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955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Same sources retrieved again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F9E68-98A9-4005-BC04-2679EE31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AF0"/>
          </a:solidFill>
          <a:ln xmlns:a="http://schemas.openxmlformats.org/drawingml/2006/main" w="9525">
            <a:solidFill>
              <a:srgbClr val="5C7D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A1FF2-F6A8-4C0B-B8E5-4EAA4548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6712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7D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7D99"/>
                </a:solidFill>
                <a:latin typeface="Helvetica Neue"/>
                <a:ea typeface="Helvetica Neue"/>
                <a:cs typeface="Helvetica Neue"/>
              </a:rPr>
              <a:t>Plan repeats research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DC856-B902-4C5A-B73F-9A7867A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EFD9"/>
          </a:solidFill>
          <a:ln xmlns:a="http://schemas.openxmlformats.org/drawingml/2006/main" w="9525">
            <a:solidFill>
              <a:srgbClr val="B4852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DAF2E-E22F-4303-9F4F-D766277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386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4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B6419"/>
                </a:solidFill>
                <a:latin typeface="Helvetica Neue"/>
                <a:ea typeface="Helvetica Neue"/>
                <a:cs typeface="Helvetica Neue"/>
              </a:rPr>
              <a:t>Draft starts without a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739BB-9A54-41EB-98DD-11AFD497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Measure overlap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48638-A19A-41E3-A076-C7533DB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05450"/>
            <a:ext cx="785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duplicate tool calls   ·   repeated tokens   ·   idle handoff 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93E73-424B-4DE3-9925-71EA5067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Control: assign a task owner, shared context boundary, and stop condition.</a:t>
            </a:r>
          </a:p>
        </p:txBody>
      </p:sp>
    </p:spTree>
    <p:extLst>
      <p:ext uri="{BB962C8B-B14F-4D97-AF65-F5344CB8AC3E}">
        <p14:creationId xmlns:p14="http://schemas.microsoft.com/office/powerpoint/2010/main" val="906055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F623B7-F89B-45A2-B2C6-4F8B2E53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D86DF-9DA8-4F15-9801-AFED4DC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Validation gaps hide the real cost of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0F269-C821-42DA-A7DB-6CE8DB9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Track quality, policy, and latency alongside dollars before a workload ships.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614CD-ABB7-4C4B-AEFB-5EAA996B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8A408-22CB-4599-BF3B-124DE93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B7955-7F2F-40BC-A9CE-E69CAAD5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D8C0B-B4FE-48D8-943E-BC6FBD9C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EB845-480C-4915-A292-D6C5023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5787B-3508-4CF1-A374-6D26399C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Spend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9936A-6F59-483C-B051-78F89C0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Per run + 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4F307-1E27-4EF4-8149-AFE96B04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62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B1C38-6DF0-4B6D-B480-74198F7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861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473A6-C74C-4201-8EE1-6D7C2467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2BF0C-2746-49BA-B04A-099688AC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2090-860F-4095-BAF5-79F83039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Quality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18C3B-44A6-43A6-853A-FE7AAC6B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Task success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F9481-583A-44B6-88DB-7B25F16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62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C9C31-CCED-49B5-A75F-7773E4F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861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03F53-DD33-4842-B934-DE519EBF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E2AFF-B37C-4BBA-BBA3-01433E0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3E98F-7E1E-4728-AC52-DD6A7AEC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Safety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05466-CFCE-4B8C-A158-65B50DF7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Policy +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29854-9E76-424F-9731-3405221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43D0D-FF71-42A1-9E75-FF997246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ADFAE-1064-4B19-B30A-301F4AA5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9B398-4C32-4DD1-A233-344F28E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4E3FD-955C-4004-AE8E-AE5311C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Latency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62560-EB07-4F45-9B47-D1DA3673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p95 target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BFC94-EF86-4D8B-A477-EEC950D3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C8A25-B6ED-4B83-849B-8513AF4A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619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9525">
            <a:solidFill>
              <a:srgbClr val="D36A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B0942-3002-4EC7-85BF-DF020C4A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Without a release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14BE3C-93C7-4120-8BF3-DF7CBA2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Spend can fall while failure, rework, or policy exposure rises.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B6C60D-49A1-4F7B-841C-ADF0E2E9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Release only when all four thresholds pass; log exceptions with an owner and expiry.</a:t>
            </a:r>
          </a:p>
        </p:txBody>
      </p:sp>
    </p:spTree>
    <p:extLst>
      <p:ext uri="{BB962C8B-B14F-4D97-AF65-F5344CB8AC3E}">
        <p14:creationId xmlns:p14="http://schemas.microsoft.com/office/powerpoint/2010/main" val="1365179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AED86-A376-4A9F-90BF-169D75C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AC7DB-929A-41C0-A92E-7D4EAF1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An operating loop makes controls actionable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FA447-664F-48D2-873A-EF79FD8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Use one monthly review rhythm, with automated limits applied at run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15B64-3D82-442B-8DAA-6D1E142F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7A57B-BADE-4954-BD73-43BFC836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3900C-424B-40D4-AFF8-8FCADC0D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87DD2-FC2B-4914-9256-25335563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FB0ED-0E30-4F67-94AE-3A1B12DA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2B7B2-1F87-4F7B-8896-D4BC7B0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Instrument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2A9B5-68F5-48C8-AC99-969332D3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Capture model, tool,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team, and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B6D1-1945-44FD-A5FA-83F338A1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0D8DA-0E9F-48B5-BF32-F66D7128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516E2-C152-4060-A293-153821FF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7FC8-C05D-459E-AF19-CC4ED048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F8C5B-4E23-4859-8CDA-55175F7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99241-5A1A-46D0-A53C-7AB6C78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Compare cost per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successful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C8EC7-67CE-401A-82FD-79F88205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90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624C8-7B7D-4709-A3FF-D1D44585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146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CDD11-1B64-450B-8700-CB013A2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E15E7-F15A-4FAA-A0FE-B004E35C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983A9-C76A-4292-BD0F-DDE4536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Set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0AE26-E99A-4E33-8094-C9088E9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Budgets, quality bars,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policy, stop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D3705-9865-4827-829A-DD0544B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80A6A-A670-4A4C-ADFF-25279A8B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893E1-01DE-48E2-A58E-8CCAE0D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A4B83-AA07-4218-8630-E822E363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48ECA-9694-43CF-96F6-55F034D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Review &amp; tune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D2F0E-8834-42A1-BB8A-5489B9B5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Explain variance;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scale, tune, retire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44AE6-71BF-4A74-85D9-BA8E7072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433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B8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9B1E9-BA1D-4AE1-A97C-254607FF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B8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B4684-0D4D-458A-AA2D-9B93C49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B85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25272-1088-44E3-A2B2-158F636B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081CB5-6126-4B9A-B841-FDF375EC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14615F-C515-446F-834F-18C0A18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Run-time guardrails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3C281-8658-44BD-93CD-F1B56AFF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29225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Hard spend ceiling  ·  Approved model/tool list  ·  Quality and latency alerts</a:t>
            </a:r>
          </a:p>
        </p:txBody>
      </p:sp>
    </p:spTree>
    <p:extLst>
      <p:ext uri="{BB962C8B-B14F-4D97-AF65-F5344CB8AC3E}">
        <p14:creationId xmlns:p14="http://schemas.microsoft.com/office/powerpoint/2010/main" val="1014101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79103-0F6F-425E-82AF-100EA85F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COST GOVERNANCE   /  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73452-D95E-433B-B939-F0D0CB2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690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 visibility first.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 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2575-D930-4C81-B3CE-8B873B2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Approve a 90-day control pilot across three representative agent workloads.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F85EB-1299-47A6-94E2-DD427249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1627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0EFF3-8DD5-42DC-8BE6-5ED65BB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BCF6E-233E-49C8-BE55-D28FDF1E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 owners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EB802-983B-42E6-86A5-01462725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One accountable team per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677F5-0F6A-4F3F-9BB8-62B79E4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DC659-79E0-446E-9F69-C613480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 shared measures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DD58E-B274-4896-95F3-9F726C0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434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Cost / successful task + quality + latency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03779-8C35-44F0-8D54-9B238E2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45645-736E-45F8-971C-46C0C83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Gate 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37026-9C6F-402D-8392-B6286B81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8640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Review variance monthly; scale only when thresholds 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F5934-5DFF-482B-936C-05F8B34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857500" cy="35623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13B4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FB0E5-70E5-419D-834E-DF82E27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DECISION REQUESTED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B78F6-2E31-464C-B486-97B5C6B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Sponsor a 90-day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DFF40-309C-4A90-9728-E90BC45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Finance + platform + 3 workload owners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9E6F1-6687-4608-8DE7-C341EFF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27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CFAA2-FA8E-4C59-874C-9C04F7A2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243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08E73-E115-42A3-A7C6-EA764259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cost-to-outcome baseline and a scale / tune / stop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D2732-377B-4E5C-94FB-A20FBA4C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8B4BD-D780-422E-9AB0-F6C408CB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73146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2026-09-27T09:33:05.4130000Z</dcterms:created>
  <dcterms:modified xsi:type="dcterms:W3CDTF">2026-09-27T09:33:05.4130000Z</dcterms:modified>
</coreProperties>
</file>